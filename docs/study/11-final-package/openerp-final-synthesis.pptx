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  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  <Relationship Id="rId2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png"/>
  <Relationship Id="rId2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  <Relationship Id="rId2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  <Relationship Id="rId2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png"/>
  <Relationship Id="rId2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png"/>
  <Relationship Id="rId2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png"/>
  <Relationship Id="rId2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1.png"/>
  <Relationship Id="rId2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2.png"/>
  <Relationship Id="rId2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3.png"/>
  <Relationship Id="rId2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4.png"/>
  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penERP">
  <a:themeElements>
    <a:clrScheme name="OpenERP">
      <a:dk1>
        <a:srgbClr val="172033"/>
      </a:dk1>
      <a:lt1>
        <a:srgbClr val="FFFFFF"/>
      </a:lt1>
      <a:dk2>
        <a:srgbClr val="334155"/>
      </a:dk2>
      <a:lt2>
        <a:srgbClr val="F7F9FC"/>
      </a:lt2>
      <a:accent1>
        <a:srgbClr val="0F9F9A"/>
      </a:accent1>
      <a:accent2>
        <a:srgbClr val="2563EB"/>
      </a:accent2>
      <a:accent3>
        <a:srgbClr val="1E9B57"/>
      </a:accent3>
      <a:accent4>
        <a:srgbClr val="D89000"/>
      </a:accent4>
      <a:accent5>
        <a:srgbClr val="6D5BD0"/>
      </a:accent5>
      <a:accent6>
        <a:srgbClr val="C2413B"/>
      </a:accent6>
      <a:hlink>
        <a:srgbClr val="2563EB"/>
      </a:hlink>
      <a:folHlink>
        <a:srgbClr val="6D5BD0"/>
      </a:folHlink>
    </a:clrScheme>
    <a:fontScheme name="OpenERP">
      <a:majorFont>
        <a:latin typeface="DejaVu Sans"/>
      </a:majorFont>
      <a:minorFont>
        <a:latin typeface="DejaVu Sans"/>
      </a:minorFont>
    </a:fontScheme>
    <a:fmtScheme name="OpenERP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OpenERP Study Generator</Application>
  <PresentationFormat>On-screen Show (16:9)</PresentationFormat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OpenERP Final Synthesis</dc:title>
  <dc:creator>OpenERP Study</dc:creator>
  <cp:lastModifiedBy>OpenERP Study</cp:lastModifiedBy>
</cp:coreProperties>
</file>