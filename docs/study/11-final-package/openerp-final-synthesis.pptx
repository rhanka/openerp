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sldSz cx="12192000" cy="6858000" type="wide"/>
  <p:notesSz cx="6858000" cy="9144000"/>
</p:presentation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10.png"/><Relationship Id="rId2" Type="http://schemas.openxmlformats.org/officeDocument/2006/relationships/slideLayout" Target="../slideLayouts/slideLayout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11.png"/><Relationship Id="rId2" Type="http://schemas.openxmlformats.org/officeDocument/2006/relationships/slideLayout" Target="../slideLayouts/slideLayout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12.png"/><Relationship Id="rId2" Type="http://schemas.openxmlformats.org/officeDocument/2006/relationships/slideLayout" Target="../slideLayouts/slideLayout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image" Target="../media/image13.png"/><Relationship Id="rId2" Type="http://schemas.openxmlformats.org/officeDocument/2006/relationships/slideLayout" Target="../slideLayouts/slideLayout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image" Target="../media/image14.png"/><Relationship Id="rId2" Type="http://schemas.openxmlformats.org/officeDocument/2006/relationships/slideLayout" Target="../slideLayouts/slideLayout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image" Target="../media/image15.png"/><Relationship Id="rId2" Type="http://schemas.openxmlformats.org/officeDocument/2006/relationships/slideLayout" Target="../slideLayouts/slideLayout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image" Target="../media/image16.png"/><Relationship Id="rId2" Type="http://schemas.openxmlformats.org/officeDocument/2006/relationships/slideLayout" Target="../slideLayouts/slideLayout1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image" Target="../media/image17.png"/><Relationship Id="rId2" Type="http://schemas.openxmlformats.org/officeDocument/2006/relationships/slideLayout" Target="../slideLayouts/slideLayout1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0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3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.png"/>
          <p:cNvPicPr/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.png"/>
          <p:cNvPicPr/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.png"/>
          <p:cNvPicPr/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.png"/>
          <p:cNvPicPr/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.png"/>
          <p:cNvPicPr/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.png"/>
          <p:cNvPicPr/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.png"/>
          <p:cNvPicPr/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.png"/>
          <p:cNvPicPr/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.png"/>
          <p:cNvPicPr/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.png"/>
          <p:cNvPicPr/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.png"/>
          <p:cNvPicPr/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.png"/>
          <p:cNvPicPr/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.png"/>
          <p:cNvPicPr/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.png"/>
          <p:cNvPicPr/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.png"/>
          <p:cNvPicPr/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.png"/>
          <p:cNvPicPr/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.png"/>
          <p:cNvPicPr/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agentic_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agentic_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agentic_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agentic_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agentic_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agentic_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agentic_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penERP">
  <a:themeElements>
    <a:clrScheme name="OpenERP">
      <a:dk1>
        <a:srgbClr val="172033"/>
      </a:dk1>
      <a:lt1>
        <a:srgbClr val="FFFFFF"/>
      </a:lt1>
      <a:dk2>
        <a:srgbClr val="334155"/>
      </a:dk2>
      <a:lt2>
        <a:srgbClr val="F7F9FC"/>
      </a:lt2>
      <a:accent1>
        <a:srgbClr val="0F9F9A"/>
      </a:accent1>
      <a:accent2>
        <a:srgbClr val="2563EB"/>
      </a:accent2>
      <a:accent3>
        <a:srgbClr val="1E9B57"/>
      </a:accent3>
      <a:accent4>
        <a:srgbClr val="D89000"/>
      </a:accent4>
      <a:accent5>
        <a:srgbClr val="6D5BD0"/>
      </a:accent5>
      <a:accent6>
        <a:srgbClr val="C2413B"/>
      </a:accent6>
      <a:hlink>
        <a:srgbClr val="2563EB"/>
      </a:hlink>
      <a:folHlink>
        <a:srgbClr val="6D5BD0"/>
      </a:folHlink>
    </a:clrScheme>
    <a:fontScheme name="OpenERP">
      <a:majorFont>
        <a:latin typeface="DejaVu Sans"/>
      </a:majorFont>
      <a:minorFont>
        <a:latin typeface="DejaVu Sans"/>
      </a:minorFont>
    </a:fontScheme>
    <a:fmtScheme name="OpenERP">
      <a:fillStyleLst>
        <a:solidFill>
          <a:schemeClr val="phClr"/>
        </a:solidFill>
      </a:fillStyleLst>
      <a:lnStyleLst>
        <a:ln w="9525">
          <a:solidFill>
            <a:schemeClr val="phClr"/>
          </a:solidFill>
        </a:ln>
      </a:lnStyleLst>
      <a:effectStyleLst>
        <a:effectStyle>
          <a:effectLst/>
        </a:effectStyle>
      </a:effectStyleLst>
      <a:bgFillStyleLst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OpenERP Study Generator</Application>
  <PresentationFormat>On-screen Show (16:9)</PresentationFormat>
  <Slides>17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OpenERP Final Synthesis</dc:title>
  <dc:creator>OpenERP Study</dc:creator>
  <cp:lastModifiedBy>OpenERP Study</cp:lastModifiedBy>
</cp:coreProperties>
</file>