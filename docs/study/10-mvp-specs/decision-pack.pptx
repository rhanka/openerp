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914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MVP Decision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Calibri"/>
              </a:rPr>
              <a:t>Sprint cadrage MVP OpenERP — arbitrage porteur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2026-05-13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6 specs MVP enrichies · double revue Claude + codex · 12 décisions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Statut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Statut du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79476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3794760" cy="3840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6 specs MVP enrichies (+1675 lignes)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Double revue Claude + codex (6800 mots)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Decision-pack MD + PPTX généré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Rename @entropiq → @sentropic plain MIT (30 docs)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Progress sections synchronisées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794760" cy="50292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7373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À faire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240280"/>
            <a:ext cx="3794760" cy="3840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Arbitrage porteur sur 6 décisions 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01752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Gravage décisions inline dans 6 specs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5760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Création NOTICE racine (Kill Bill, OpenMeter, Superset, Node-RED)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976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Script CI anti-copy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9377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Push remote (8 commits en attente)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79476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7373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Attendu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40280"/>
            <a:ext cx="3794760" cy="38404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Tu arbitres via cette présentation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01752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Je grave dans les specs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5760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Passage en mode réalisation /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Tu restes en supervision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Synthèse exécutive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Synthèse exécutive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Risque licence levé. 5 risques structurels persistants. 12 décisions programme.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Calibri"/>
              </a:rPr>
              <a:t>Risques majeurs (réviseurs d'accord)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1.  Pas de canon multi-tenant membership (User.organization_id casse multi-org)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2.  Chaque spec choisit son scheduler/queue (3 queue engines risque)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3.  Activity = fourre-tout entre CRM, project, agentic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4.  AuditEvent / DomainEvent / TimelineEntry divergent (3 couches à séparer)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5.  23 anti-copy hotspots sans owner + sans script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Décisions programme à arbitrer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77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License @sentropic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81360" y="2359152"/>
            <a:ext cx="82296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RESOLVED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066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7066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Identité multi-tenant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81360" y="2688336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358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358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Isolation RLS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81360" y="3017520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649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364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Queue engine unifié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81360" y="3346704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941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6941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Catalogue i18n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81360" y="3675888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023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Canon entités partagées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81360" y="4005072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525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525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ApprovalRequest entité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81360" y="4334256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6817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Idempotency-Key universel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81360" y="4663440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0109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50109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Identité 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81360" y="4992624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400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3400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Stack BI dashboard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81360" y="5321808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6692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Stack PDF rendering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81360" y="5650992"/>
            <a:ext cx="8229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9984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PG-12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9984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Anti-copy review process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81360" y="5980176"/>
            <a:ext cx="8229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alibri"/>
              </a:rPr>
              <a:t>12 décisions transverses · 1 résolue · 5 P0 bloquantes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License @sentropic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Renommage @entropiq → @sentropic 2026-05-12, license simplifiée en plain MIT à toi-même. AGT-D-12 et AGT-D-13 résolus, plus de blocant commercial.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Plain MIT (adopté)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MIT with Commercial Restrictions (rejeté)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Waiver écrit (non nécessaire)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Plain MIT adopté. Tout déploiement commercial OpenERP est juridiquement clear côté runtime.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Licence: aucun risque · Timeline: 0j · Action restante: sweep rename terminé (commit 54dede9)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Identité + membership multi-tenant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User.organization_id (foundation actuel) casse le multi-tenant quand un humain est membre de plusieurs orgs (consultants, partenaires).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UserIdentity global + OrganizationMember par tenant (codex reco)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Rester User.organization_id mono-org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Multi-org via table UserOrgLink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Option (a) UserIdentity + OrganizationMember si humains multi-org attendus ; sinon (b) plus simple mais friction utilisateur quand multi-tenant arrive.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Foundation P0 · Change toutes FK et tous JWT · Bloque tout schéma métier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Isolation multi-tenant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Foundation propose row-level organization_id + Postgres RLS. À acter formellement, bloque tous schémas et toutes migrations.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Row-level + Postgres RLS (foundation reco)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Schema-per-tenant (migrations énormes)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DB-per-tenant (ops lourd MVP)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Row-level + Postgres RLS. Défense en profondeur, scaling acceptable, pattern standard.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Foundation P0 · Impacte toutes migrations · Reporting + Agentic dépendent de cette résolution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Queue engine unifié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Billing propose pgmq. Reporting (scheduled delivery) et Agentic (agent runs) muets. Risque : 3 queue engines coexistants.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pgmq (Postgres-native, simple ops)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BullMQ + Redis (Node mature)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NATS JetStream (polyglot)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Inngest managed (rejeté MVP)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pgmq pour MVP self-host. Interface JobQueue abstraite pour migration future si volumétrie l'exige.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Touche billing récurrent + reporting scheduled + agentic runs · Pas d'arbitrage P0 → 3 queues séparées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Catalogue i18n unifié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Foundation propose ICU JSON nested. Project utilise fr_label/en_label colonnes SQL (anti-pattern). Incohérence à corriger.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ICU JSON nested + table TranslationKey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gettext .po per-module (anti-copy hotspot Odoo)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Flat JSON simple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ICU JSON nested + table TranslationKey foundation. Project corrige ServiceActivity pour utiliser keys au lieu de colonnes.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Bloque build pipeline · Foundation owns + 5 specs alignées · FR-CA prioritaire EN-CA parité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Canon entités partagées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Codex propose un canon transverse cohérent à valider en bloc. Sans ce canon, chaque module réinvente.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Organization (métier) + tenant (runtime), Money = {amount_minor, currency, scale}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AuditEvent / DomainEvent / TimelineEntry séparés (3 couches)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Activity préfixé : CrmActivity, ProjectTask, ServiceActivity, AgentRun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Company entité + customer = rôle ; Project owns InvoiceProposal, Billing owns Invoice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Validation en bloc + création docs/study/10-mvp-specs/shared-entities-v1.md comme contrat transverse.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Contrat transverse · Bloque toutes specs · Empêche divergence terminologique pré-code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ApprovalRequest entité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Foundation a action approve, project a TimeApproval, CRM a threshold, billing a void/write-off, agentic a approval-in-the-loop. 5 réinventions sans canon.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Chaque module réinvente (état actuel)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Entité ApprovalRequest foundation partagée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Workflow primitive externalisée vers reporting/automation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Entité ApprovalRequest foundation : {request_id, requester, approver, subject_type, subject_id, status, decision_reason, decided_at}. Consommée par CRM, project, billing, agentic.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Touche 5 specs · Économise 4 réimplémentations · Audit trail unifié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Idempotency-Key universel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Foundation propose Idempotency-Key sur 4 endpoints sensibles. Trop restrictif (les deux reviewers d'accord).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4 endpoints seulement (foundation actuel)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Toute POST/DELETE à side-effect métier (extension)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Aucune idempotence MVP (rejeté)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Idempotency-Key header obligatoire sur toute POST/DELETE à side-effect métier. Pattern foundation, business id sert de seed.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Touche toutes specs API · Sécurise retry agentic + automation + import CRM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Identité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Agentic propose JWT signé OpenERP-native. Foundation auth = cookie HTTP-only humain. Pont à formaliser.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Hybride : cookie humains + JWT signé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SPIFFE / SVID (overkill MVP)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OIDC subject 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Hybride. User.actor_type = human | agent | system. Foundation expose verify JWT + claims acting_for / on_behalf_of.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Foundation + Agentic décident ensemble · Bloque tout flow d'agent autonome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Stack BI /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Reporting propose native SvelteKit dashboard. CRM, project, billing ont besoin de dashboards sans engagement clair → risque dérive Superset-clone.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Native SvelteKit + primitive foundation Widget/Dashboard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Superset embed iframe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Grafana Apache embed (option pack)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Native SvelteKit + primitive Widget foundation. Superset/Grafana en pack post-MVP optionnel. Évite Superset-clone tentation.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Touche reporting + CRM dashboards + project dashboards + billing dashboards · Économise dépendance Selenium/Chromium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Stack PDF rendering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Reporting propose server-side template. Billing parle de PDF FR/EN sans préciser. Foundation muet.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Typst ou React-PDF server-side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Headless browser (Playwright)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PDFKit programmatic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Server-side template (Typst). Aligne reporting + billing + foundation. Évite Chromium en self-host.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Touche reporting exports + billing invoices + foundation receipts · Décision déploiement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606"/>
                </a:solidFill>
                <a:latin typeface="Calibri"/>
              </a:rPr>
              <a:t>PG-12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F3E"/>
                </a:solidFill>
                <a:latin typeface="Calibri"/>
              </a:rPr>
              <a:t>Anti-copy review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914400"/>
            <a:ext cx="8229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CONTEXTE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23 hotspots consolidés (Chatter Odoo, ObjectMetadata Twenty, account_move, etc.). Aucun owner programme. Aucun script CI.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8580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Revue spec par spec (atomisé, état actuel)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Revue programme transverse avec ownership unique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Script CI grep contre tables/UI strings interdits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RECOMMANDATION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200400"/>
            <a:ext cx="4114800" cy="2468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37560"/>
            <a:ext cx="37490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Combo (b) + (c) : un owner anti-copy nommé qui revoit chaque PR, plus tools/anti-copy-grep.sh CI sur les patterns interdits.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Évite contamination LGPL/AGPL · Discipline pre-code obligatoire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Décisions par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alibri"/>
              </a:rPr>
              <a:t>30 décisions clés réparties sur 6 modules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spec — Foundation — Security &amp; i18n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Foundation — Security &amp; i18n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Décisions clés à graver dans la spec après 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DÉCISION &amp; RECO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F-1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RBAC plat resource.action.scope confirmé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F-2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8211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Étendre AuditEvent foundation avec colonnes optionnelles agentiques avant que les autres specs ne dépendent du schéma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F-3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95344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Audit log = table append-only partitionnée par mois, rétention 1 an défaut, plancher 90j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6285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0857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F-4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08576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Auth MVP = password + TOTP. Passkey post-MVP.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F-5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218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Permission granularity = objet uniquement MVP, hook record-policy réservé post-MVP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spec — CRM — Customer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CRM — Customer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Décisions clés à graver dans la spec après 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DÉCISION &amp; RECO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C-1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Lead / Opportunity séparés (Odoo-style en abstraction, pas verbatim)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C-2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8211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Custom fields = JSON column + CustomFieldDefinition declarative limitée (pas de runtime metadata engine)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C-3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95344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Multi-currency par opportunité — à valider avec Billing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6285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0857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C-4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08576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QuoteHandoff : CRM owns handoff event, Billing owns quote doc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C-5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218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Pipeline stage translation = table dédiée (pas keys dynamiques avec tenant_id)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spec — Project — Time to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Project — Time to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Décisions clés à graver dans la spec après 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DÉCISION &amp; RECO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P-1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Time entry = manual + timer optionnel (codex réserve : timer post-MVP)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P-2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8211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Approval per-week (per-entry trop granulaire, per-project trop coarse)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P-3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95344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Invoice trigger = mix manuel + milestone. Récurrent post-MVP.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6285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0857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P-4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08576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Tâche hiérarchie = parent-enfant 1 niveau MVP. Portfolio post-MVP.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P-5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218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Lien projet ↔ opportunité = 1:N (1 projet peut consommer plusieurs opportunités)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spec — Billing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Billing &amp;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Décisions clés à graver dans la spec après 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DÉCISION &amp; RECO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B-1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Subscription = native simple + interface compatible Kill Bill (Apache) pour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B-2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8211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Plan comptable = pré-chargé CA/QC abstrait + révision juridique avant pilote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B-3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95344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Tax engine = pluggable interne versionné (GST/QST règles)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6285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0857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B-4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08576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Multi-currency = MVP. Book tenant single, transactions multidevises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B-5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218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Payment = Stripe seul MVP. Multi-PSP via abstraction prête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spec — Reporting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Reporting &amp;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Décisions clés à graver dans la spec après 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DÉCISION &amp; RECO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R-1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BI = native SvelteKit + primitive foundation Widget (cf. PG-10)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R-2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8211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Automation = typed YAML DSL + TS handlers. Pas de Node-RED canvas MVP.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R-3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95344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Scheduled reports = pgmq cron (cf. PG-04)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6285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0857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R-4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08576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Drill-down = live SQL MVP. Vues matérialisées post-MVP.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R-5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218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Permissions = via foundation RBAC + autoriser dashboards team-scope (vs admin-curated only)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Décisions spec — Agentic Impacts (transverse)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Agentic Impacts (transverse)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Décisions clés à graver dans la spec après 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DÉCISION &amp; RECO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A-1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Sandbox = isolated-vm pour handlers internes signés. gVisor en pack vertical.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A-2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82112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Policy = native TS MVP. OPA en pack post-MVP.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9624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A-3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95344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Observability = OpenInference + OpenLLMetry MVP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6285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0857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A-4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08576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Identity agent = JWT signé (cf. PG-09)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24712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A-5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2180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MCP registry = interne native MVP. Public registry post-MVP.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A-6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6035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Supervision UI = hybride inline + panneau /supervision. Contrainte transverse : tout écran métier réserve zone supervision banner.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Séquence de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Séquence de décision en 4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Ordre dans lequel arbitrer pour ne pas bloquer le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097280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828800"/>
            <a:ext cx="10058400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9202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Semaine 0 — Bloque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317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PG-01 ✓ résolu  ·  PG-02 identité multi-tenant  ·  PG-03 isolation RLS  ·  PG-04 queue  ·  PG-05 i18n  ·  PG-06 canon entités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097280" cy="10972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971800"/>
            <a:ext cx="10058400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0632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06"/>
                </a:solidFill>
                <a:latin typeface="Calibri"/>
              </a:rPr>
              <a:t>Semaines 1-2 — Architectural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747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PG-07 ApprovalRequest  ·  PG-08 Idempotency-Key  ·  PG-09 identité agent  ·  PG-10 BI stack  ·  AuditEvent étendu agentic  ·  Money type partagé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097280" cy="10972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4114800"/>
            <a:ext cx="10058400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2062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Semaines 2-3 — Produit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177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PG-11 PDF  ·  PG-12 anti-copy process  ·  Décisions par spec (5 à 6 par module)  ·  Custom fields declarative  ·  Timeline grammar  ·  Supervision UI hybride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1097280" cy="10972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5257800"/>
            <a:ext cx="10058400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53492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Semaines 3-4 — Opérationnel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7607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NOTICE racine créé  ·  Script CI anti-copy  ·  Sweep résiduel terminé  ·  Specs figées prêtes à coder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Désaccords reviewers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Points où les reviewers contestent les recos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À porter à ta connaissance avant arbitrage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37160" cy="6400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F3E"/>
                </a:solidFill>
                <a:latin typeface="Calibri"/>
              </a:rPr>
              <a:t>Sandbox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Codex conteste isolated-vm si MVP doit accueillir du code tiers hostile.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28800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2880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→ Clarifier scope : handlers internes signés seulement → isolated-vm 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87752"/>
            <a:ext cx="137160" cy="6400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F3E"/>
                </a:solidFill>
                <a:latin typeface="Calibri"/>
              </a:rPr>
              <a:t>Reporting team-scope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620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Claude reviewer recommande d'assouplir 'admin-curated only'.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587752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58775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→ Autoriser dashboards team-scope ; sinon export Excel constant.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46704"/>
            <a:ext cx="137160" cy="6400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46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F3E"/>
                </a:solidFill>
                <a:latin typeface="Calibri"/>
              </a:rPr>
              <a:t>CRM Activity vs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21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Codex en désaccord avec unification CRM.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346704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334670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→ Préfère Task ≠ Interaction (cycle de vie distinct).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05656"/>
            <a:ext cx="137160" cy="6400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056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F3E"/>
                </a:solidFill>
                <a:latin typeface="Calibri"/>
              </a:rPr>
              <a:t>AGT-D-12 fork upstream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799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Claude reviewer suggère reformulation neutre.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105656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4105656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→ Éviter engagement irréaliste de contribution upstream best-effort.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64608"/>
            <a:ext cx="137160" cy="6400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646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F3E"/>
                </a:solidFill>
                <a:latin typeface="Calibri"/>
              </a:rPr>
              <a:t>pipeline_stage.{tenant_stage_id}.fr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389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Anti-pattern tenant_id dans key i18n.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864608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48646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→ Table dédiée PipelineStageTranslation au lieu de keys dynamiques.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23560"/>
            <a:ext cx="137160" cy="6400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F3E"/>
                </a:solidFill>
                <a:latin typeface="Calibri"/>
              </a:rPr>
              <a:t>Idempotency-Key 4 endpoints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97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Reviewers d'accord : trop restrictif.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5623560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6235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→ Étendre à toute POST/DELETE à side-effect métier.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Anti-copy hotspots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5E7EB"/>
                </a:solidFill>
                <a:latin typeface="Calibri"/>
              </a:rPr>
              <a:t>MVP Decision Pack — 2026-05-13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E"/>
                </a:solidFill>
                <a:latin typeface="Calibri"/>
              </a:rPr>
              <a:t>Top 12 anti-copy hotspots transverses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23 hotspots consolidés ; liste complète dans tmp/claude-cross-review.md §9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HOTSPOT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DONNEUR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28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SPEC(S) IMPACTÉE(S)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945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Odoo mail.thread / Chatter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94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LGPL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1945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CRM, Foundation Comment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5146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Twenty ObjectMetadata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14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AGPL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5146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CRM custom fields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346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834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Twenty workspaceMember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834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AGPL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8346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Foundation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1546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Odoo ir.model.fields field-ACL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154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LGPL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154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Foundation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4747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4747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Odoo mail.activity / mail.message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474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LGPL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4747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CRM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7947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7947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Odoo l10n_ca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7947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LGPL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794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Billing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114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1148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Odoo account.move / account.move.line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114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LGPL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1148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Billing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4348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44348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Odoo auth_totp UI 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434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LGPL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4348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Foundation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7548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47548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Odoo ir.rule record rules DSL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754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LGPL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7548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Foundation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0749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5074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Kimai timesheet + invoice renderers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50749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AGPL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5074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Project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394960"/>
            <a:ext cx="1124712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3949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53949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Superset chart controls + Selenium PDF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5394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Apache (défensif)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53949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Reporting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7150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97606"/>
                </a:solidFill>
                <a:latin typeface="Calibri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88720" y="5715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Node-RED node palette + flow JSON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57150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Apache (défensif)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57150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Reporting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D97606"/>
                </a:solidFill>
                <a:latin typeface="Calibri"/>
              </a:rPr>
              <a:t>Action porteur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Arbitre les 6 décisions 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PG-02 à PG-06 + confirmation PG-07/08. Tout le code en dépend.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822960" cy="822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34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Valide le canon entités PG-06 en bloc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004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Organization, Money, AuditEvent / DomainEvent / TimelineEntry, Activity préfixé, frontière Project/Billing.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822960" cy="822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86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Confirme la pile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519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PG-04 pgmq + PG-05 ICU JSON + PG-07 ApprovalRequest.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92040"/>
            <a:ext cx="822960" cy="822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37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Délègue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035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Calibri"/>
              </a:rPr>
              <a:t>Je grave les décisions inline dans les 6 specs. Je passe en mode réalisation / 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